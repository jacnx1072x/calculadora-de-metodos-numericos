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Numéricos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J &amp; 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0292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146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Python con interfaz gráfica para la resolución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problemas numéricos y de ingeniería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920240" cy="109728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3611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4187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3566160"/>
            <a:ext cx="1920240" cy="109728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0" y="3611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43200" y="4187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3566160"/>
            <a:ext cx="1920240" cy="109728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611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92040" y="4187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95160" y="3566160"/>
            <a:ext cx="1920240" cy="109728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3611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040880" y="4187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Mariano Gálvez  ·  Ing. en Sistemas  ·  Métodos Numéricos 021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5029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5272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2527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los principales métodos numéricos en Python con precisión y eficiencia.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01952"/>
            <a:ext cx="5029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011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interfaz gráfica PyQt5 con visualización matplotlib integrada.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60904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60904"/>
            <a:ext cx="5029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7063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7706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correctamente NumPy, Matplotlib y SciPy en soluciones numéricas.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19856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19856"/>
            <a:ext cx="5029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295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52958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el sistema con manuales de usuario y técnico completos.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178808"/>
            <a:ext cx="50292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28853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28853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un sistema de temas visuales configurable desde la interfaz.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228600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(UI)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78308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  ·  tab_*.py  ·  main_window.py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651760" cy="228600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97280"/>
            <a:ext cx="265176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280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(Métodos)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93008" y="178308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metodos/  ·  raices, interpolacion, sistemas...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651760" cy="228600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097280"/>
            <a:ext cx="265176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280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Visuales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19088" y="178308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themes/  ·  ThemeManager (Singleton)  ·  palettes.py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2240280"/>
            <a:ext cx="365760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240280"/>
            <a:ext cx="365760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611880"/>
            <a:ext cx="822960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675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MVC adaptado a PyQt5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08736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 de algoritmos (metodos/) es independiente de la UI — se puede usar desde consola, Jupyter o cualquier otro cliente sin modificaciones.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Implementados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438912" cy="6675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38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1521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Raíces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538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Bisección  ·  Newton-Raphson  ·  Secante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56232"/>
            <a:ext cx="8229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56232"/>
            <a:ext cx="438912" cy="6675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93392"/>
            <a:ext cx="438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9110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2128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 ·  Newton (Dif. Divididas)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8229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15184"/>
            <a:ext cx="438912" cy="6675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52344"/>
            <a:ext cx="438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670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Ecuaciones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9718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Gauss-Seidel  ·  Factorización LU (hasta 10×10)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74136"/>
            <a:ext cx="8229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74136"/>
            <a:ext cx="438912" cy="6675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511296"/>
            <a:ext cx="438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Derivación e Integración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730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Dif. Finitas (4 tipos)  ·  Trapecio  ·  Simpson 1/3  ·  Simpson 3/8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33088"/>
            <a:ext cx="8229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33088"/>
            <a:ext cx="438912" cy="66751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270248"/>
            <a:ext cx="438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187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Ecuaciones Diferenciales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48970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 ·  Runge-Kutta Orden 4  ·  Comparativa Euler vs RK4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Clave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206240" cy="182880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61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Newton-Raphson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" y="1600200"/>
            <a:ext cx="3977640" cy="65836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645920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x(n+1) = x(n) - f(x(n)) / f'(x(n))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Convergencia cuadrática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1051560"/>
            <a:ext cx="4206240" cy="182880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74920" y="1161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Gauss-Seidel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47488" y="1600200"/>
            <a:ext cx="3977640" cy="65836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5102352" y="1645920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x(i) = [ b(i) - SUM(A(ij)*x(j)) ] / A(ii)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 si diag. dominante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206240" cy="182880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172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Runge-Kutta 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" y="3611880"/>
            <a:ext cx="3977640" cy="65836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3657600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y(n+1) = y(n) + (h/6)(k1 + 2k2 + 2k3 + k4)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434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global O(h^4)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3063240"/>
            <a:ext cx="4206240" cy="182880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74920" y="3172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 1/3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47488" y="3611880"/>
            <a:ext cx="3977640" cy="65836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5102352" y="3657600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Integral = (h/3)[f0 + 4f1 + 2f2 + ... + fn]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4434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O(h^4)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Temas Visuales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themes/ — Patrón Singleton — 5 paletas configurables en tiempo real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91640"/>
            <a:ext cx="219456" cy="219456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691640"/>
            <a:ext cx="219456" cy="21945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996696" y="1691640"/>
            <a:ext cx="219456" cy="219456"/>
          </a:xfrm>
          <a:prstGeom prst="ellipse">
            <a:avLst/>
          </a:prstGeom>
          <a:solidFill>
            <a:srgbClr val="93C5FD"/>
          </a:solidFill>
          <a:ln/>
        </p:spPr>
      </p:sp>
      <p:sp>
        <p:nvSpPr>
          <p:cNvPr id="9" name="Shape 7"/>
          <p:cNvSpPr/>
          <p:nvPr/>
        </p:nvSpPr>
        <p:spPr>
          <a:xfrm>
            <a:off x="1243584" y="1691640"/>
            <a:ext cx="219456" cy="21945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0" name="Shape 8"/>
          <p:cNvSpPr/>
          <p:nvPr/>
        </p:nvSpPr>
        <p:spPr>
          <a:xfrm>
            <a:off x="1490472" y="1691640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2011680"/>
            <a:ext cx="1335024" cy="21488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48840"/>
            <a:ext cx="100584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2468880"/>
            <a:ext cx="731520" cy="109728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2651760"/>
            <a:ext cx="731520" cy="109728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3200400"/>
            <a:ext cx="96012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Blue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48256" y="150876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185416" y="1691640"/>
            <a:ext cx="219456" cy="219456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2304" y="1691640"/>
            <a:ext cx="219456" cy="21945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79192" y="1691640"/>
            <a:ext cx="219456" cy="219456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21" name="Shape 19"/>
          <p:cNvSpPr/>
          <p:nvPr/>
        </p:nvSpPr>
        <p:spPr>
          <a:xfrm>
            <a:off x="2926080" y="1691640"/>
            <a:ext cx="219456" cy="21945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2" name="Shape 20"/>
          <p:cNvSpPr/>
          <p:nvPr/>
        </p:nvSpPr>
        <p:spPr>
          <a:xfrm>
            <a:off x="3172968" y="1691640"/>
            <a:ext cx="219456" cy="219456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23" name="Shape 21"/>
          <p:cNvSpPr/>
          <p:nvPr/>
        </p:nvSpPr>
        <p:spPr>
          <a:xfrm>
            <a:off x="2157984" y="2011680"/>
            <a:ext cx="1335024" cy="214884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24" name="Shape 22"/>
          <p:cNvSpPr/>
          <p:nvPr/>
        </p:nvSpPr>
        <p:spPr>
          <a:xfrm>
            <a:off x="2249424" y="2148840"/>
            <a:ext cx="1005840" cy="228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Shape 23"/>
          <p:cNvSpPr/>
          <p:nvPr/>
        </p:nvSpPr>
        <p:spPr>
          <a:xfrm>
            <a:off x="2249424" y="2468880"/>
            <a:ext cx="731520" cy="109728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26" name="Shape 24"/>
          <p:cNvSpPr/>
          <p:nvPr/>
        </p:nvSpPr>
        <p:spPr>
          <a:xfrm>
            <a:off x="2249424" y="2651760"/>
            <a:ext cx="731520" cy="109728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27" name="Shape 25"/>
          <p:cNvSpPr/>
          <p:nvPr/>
        </p:nvSpPr>
        <p:spPr>
          <a:xfrm>
            <a:off x="2249424" y="3200400"/>
            <a:ext cx="96012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2093976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 Purple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30752" y="150876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67912" y="1691640"/>
            <a:ext cx="219456" cy="219456"/>
          </a:xfrm>
          <a:prstGeom prst="ellipse">
            <a:avLst/>
          </a:prstGeom>
          <a:solidFill>
            <a:srgbClr val="003320"/>
          </a:solidFill>
          <a:ln/>
        </p:spPr>
      </p:sp>
      <p:sp>
        <p:nvSpPr>
          <p:cNvPr id="31" name="Shape 29"/>
          <p:cNvSpPr/>
          <p:nvPr/>
        </p:nvSpPr>
        <p:spPr>
          <a:xfrm>
            <a:off x="4114800" y="1691640"/>
            <a:ext cx="219456" cy="219456"/>
          </a:xfrm>
          <a:prstGeom prst="ellipse">
            <a:avLst/>
          </a:prstGeom>
          <a:solidFill>
            <a:srgbClr val="00CC70"/>
          </a:solidFill>
          <a:ln/>
        </p:spPr>
      </p:sp>
      <p:sp>
        <p:nvSpPr>
          <p:cNvPr id="32" name="Shape 30"/>
          <p:cNvSpPr/>
          <p:nvPr/>
        </p:nvSpPr>
        <p:spPr>
          <a:xfrm>
            <a:off x="4361688" y="1691640"/>
            <a:ext cx="219456" cy="219456"/>
          </a:xfrm>
          <a:prstGeom prst="ellipse">
            <a:avLst/>
          </a:prstGeom>
          <a:solidFill>
            <a:srgbClr val="00FF90"/>
          </a:solidFill>
          <a:ln/>
        </p:spPr>
      </p:sp>
      <p:sp>
        <p:nvSpPr>
          <p:cNvPr id="33" name="Shape 31"/>
          <p:cNvSpPr/>
          <p:nvPr/>
        </p:nvSpPr>
        <p:spPr>
          <a:xfrm>
            <a:off x="4608576" y="1691640"/>
            <a:ext cx="219456" cy="219456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34" name="Shape 32"/>
          <p:cNvSpPr/>
          <p:nvPr/>
        </p:nvSpPr>
        <p:spPr>
          <a:xfrm>
            <a:off x="4855464" y="1691640"/>
            <a:ext cx="219456" cy="219456"/>
          </a:xfrm>
          <a:prstGeom prst="ellipse">
            <a:avLst/>
          </a:prstGeom>
          <a:solidFill>
            <a:srgbClr val="FF006E"/>
          </a:solidFill>
          <a:ln/>
        </p:spPr>
      </p:sp>
      <p:sp>
        <p:nvSpPr>
          <p:cNvPr id="35" name="Shape 33"/>
          <p:cNvSpPr/>
          <p:nvPr/>
        </p:nvSpPr>
        <p:spPr>
          <a:xfrm>
            <a:off x="3840480" y="2011680"/>
            <a:ext cx="1335024" cy="2148840"/>
          </a:xfrm>
          <a:prstGeom prst="rect">
            <a:avLst/>
          </a:prstGeom>
          <a:solidFill>
            <a:srgbClr val="003320"/>
          </a:solidFill>
          <a:ln/>
        </p:spPr>
      </p:sp>
      <p:sp>
        <p:nvSpPr>
          <p:cNvPr id="36" name="Shape 34"/>
          <p:cNvSpPr/>
          <p:nvPr/>
        </p:nvSpPr>
        <p:spPr>
          <a:xfrm>
            <a:off x="3931920" y="2148840"/>
            <a:ext cx="1005840" cy="228600"/>
          </a:xfrm>
          <a:prstGeom prst="rect">
            <a:avLst/>
          </a:prstGeom>
          <a:solidFill>
            <a:srgbClr val="00CC70"/>
          </a:solidFill>
          <a:ln/>
        </p:spPr>
      </p:sp>
      <p:sp>
        <p:nvSpPr>
          <p:cNvPr id="37" name="Shape 35"/>
          <p:cNvSpPr/>
          <p:nvPr/>
        </p:nvSpPr>
        <p:spPr>
          <a:xfrm>
            <a:off x="3931920" y="2468880"/>
            <a:ext cx="731520" cy="109728"/>
          </a:xfrm>
          <a:prstGeom prst="rect">
            <a:avLst/>
          </a:prstGeom>
          <a:solidFill>
            <a:srgbClr val="00FF90"/>
          </a:solidFill>
          <a:ln/>
        </p:spPr>
      </p:sp>
      <p:sp>
        <p:nvSpPr>
          <p:cNvPr id="38" name="Shape 36"/>
          <p:cNvSpPr/>
          <p:nvPr/>
        </p:nvSpPr>
        <p:spPr>
          <a:xfrm>
            <a:off x="3931920" y="2651760"/>
            <a:ext cx="731520" cy="109728"/>
          </a:xfrm>
          <a:prstGeom prst="rect">
            <a:avLst/>
          </a:prstGeom>
          <a:solidFill>
            <a:srgbClr val="00FF90"/>
          </a:solidFill>
          <a:ln/>
        </p:spPr>
      </p:sp>
      <p:sp>
        <p:nvSpPr>
          <p:cNvPr id="39" name="Shape 37"/>
          <p:cNvSpPr/>
          <p:nvPr/>
        </p:nvSpPr>
        <p:spPr>
          <a:xfrm>
            <a:off x="3931920" y="3200400"/>
            <a:ext cx="960120" cy="320040"/>
          </a:xfrm>
          <a:prstGeom prst="rect">
            <a:avLst/>
          </a:prstGeom>
          <a:solidFill>
            <a:srgbClr val="00CC70"/>
          </a:solidFill>
          <a:ln/>
        </p:spPr>
      </p:sp>
      <p:sp>
        <p:nvSpPr>
          <p:cNvPr id="40" name="Text 38"/>
          <p:cNvSpPr/>
          <p:nvPr/>
        </p:nvSpPr>
        <p:spPr>
          <a:xfrm>
            <a:off x="3776472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13248" y="150876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550408" y="1691640"/>
            <a:ext cx="219456" cy="219456"/>
          </a:xfrm>
          <a:prstGeom prst="ellipse">
            <a:avLst/>
          </a:prstGeom>
          <a:solidFill>
            <a:srgbClr val="003D6B"/>
          </a:solidFill>
          <a:ln/>
        </p:spPr>
      </p:sp>
      <p:sp>
        <p:nvSpPr>
          <p:cNvPr id="43" name="Shape 41"/>
          <p:cNvSpPr/>
          <p:nvPr/>
        </p:nvSpPr>
        <p:spPr>
          <a:xfrm>
            <a:off x="5797296" y="1691640"/>
            <a:ext cx="219456" cy="219456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44" name="Shape 42"/>
          <p:cNvSpPr/>
          <p:nvPr/>
        </p:nvSpPr>
        <p:spPr>
          <a:xfrm>
            <a:off x="6044184" y="1691640"/>
            <a:ext cx="219456" cy="219456"/>
          </a:xfrm>
          <a:prstGeom prst="ellipse">
            <a:avLst/>
          </a:prstGeom>
          <a:solidFill>
            <a:srgbClr val="90E0EF"/>
          </a:solidFill>
          <a:ln/>
        </p:spPr>
      </p:sp>
      <p:sp>
        <p:nvSpPr>
          <p:cNvPr id="45" name="Shape 43"/>
          <p:cNvSpPr/>
          <p:nvPr/>
        </p:nvSpPr>
        <p:spPr>
          <a:xfrm>
            <a:off x="6291072" y="1691640"/>
            <a:ext cx="219456" cy="219456"/>
          </a:xfrm>
          <a:prstGeom prst="ellipse">
            <a:avLst/>
          </a:prstGeom>
          <a:solidFill>
            <a:srgbClr val="52FA8A"/>
          </a:solidFill>
          <a:ln/>
        </p:spPr>
      </p:sp>
      <p:sp>
        <p:nvSpPr>
          <p:cNvPr id="46" name="Shape 44"/>
          <p:cNvSpPr/>
          <p:nvPr/>
        </p:nvSpPr>
        <p:spPr>
          <a:xfrm>
            <a:off x="6537960" y="1691640"/>
            <a:ext cx="219456" cy="219456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47" name="Shape 45"/>
          <p:cNvSpPr/>
          <p:nvPr/>
        </p:nvSpPr>
        <p:spPr>
          <a:xfrm>
            <a:off x="5522976" y="2011680"/>
            <a:ext cx="1335024" cy="2148840"/>
          </a:xfrm>
          <a:prstGeom prst="rect">
            <a:avLst/>
          </a:prstGeom>
          <a:solidFill>
            <a:srgbClr val="003D6B"/>
          </a:solidFill>
          <a:ln/>
        </p:spPr>
      </p:sp>
      <p:sp>
        <p:nvSpPr>
          <p:cNvPr id="48" name="Shape 46"/>
          <p:cNvSpPr/>
          <p:nvPr/>
        </p:nvSpPr>
        <p:spPr>
          <a:xfrm>
            <a:off x="5614416" y="2148840"/>
            <a:ext cx="1005840" cy="22860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49" name="Shape 47"/>
          <p:cNvSpPr/>
          <p:nvPr/>
        </p:nvSpPr>
        <p:spPr>
          <a:xfrm>
            <a:off x="5614416" y="2468880"/>
            <a:ext cx="731520" cy="109728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50" name="Shape 48"/>
          <p:cNvSpPr/>
          <p:nvPr/>
        </p:nvSpPr>
        <p:spPr>
          <a:xfrm>
            <a:off x="5614416" y="2651760"/>
            <a:ext cx="731520" cy="109728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51" name="Shape 49"/>
          <p:cNvSpPr/>
          <p:nvPr/>
        </p:nvSpPr>
        <p:spPr>
          <a:xfrm>
            <a:off x="5614416" y="3200400"/>
            <a:ext cx="960120" cy="3200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52" name="Text 50"/>
          <p:cNvSpPr/>
          <p:nvPr/>
        </p:nvSpPr>
        <p:spPr>
          <a:xfrm>
            <a:off x="5458968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95744" y="150876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232904" y="1691640"/>
            <a:ext cx="219456" cy="219456"/>
          </a:xfrm>
          <a:prstGeom prst="ellipse">
            <a:avLst/>
          </a:prstGeom>
          <a:solidFill>
            <a:srgbClr val="7F1D1D"/>
          </a:solidFill>
          <a:ln/>
        </p:spPr>
      </p:sp>
      <p:sp>
        <p:nvSpPr>
          <p:cNvPr id="55" name="Shape 53"/>
          <p:cNvSpPr/>
          <p:nvPr/>
        </p:nvSpPr>
        <p:spPr>
          <a:xfrm>
            <a:off x="7479792" y="1691640"/>
            <a:ext cx="219456" cy="21945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56" name="Shape 54"/>
          <p:cNvSpPr/>
          <p:nvPr/>
        </p:nvSpPr>
        <p:spPr>
          <a:xfrm>
            <a:off x="7726680" y="1691640"/>
            <a:ext cx="219456" cy="219456"/>
          </a:xfrm>
          <a:prstGeom prst="ellipse">
            <a:avLst/>
          </a:prstGeom>
          <a:solidFill>
            <a:srgbClr val="FED7AA"/>
          </a:solidFill>
          <a:ln/>
        </p:spPr>
      </p:sp>
      <p:sp>
        <p:nvSpPr>
          <p:cNvPr id="57" name="Shape 55"/>
          <p:cNvSpPr/>
          <p:nvPr/>
        </p:nvSpPr>
        <p:spPr>
          <a:xfrm>
            <a:off x="7973568" y="1691640"/>
            <a:ext cx="219456" cy="21945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58" name="Shape 56"/>
          <p:cNvSpPr/>
          <p:nvPr/>
        </p:nvSpPr>
        <p:spPr>
          <a:xfrm>
            <a:off x="8220456" y="1691640"/>
            <a:ext cx="219456" cy="21945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59" name="Shape 57"/>
          <p:cNvSpPr/>
          <p:nvPr/>
        </p:nvSpPr>
        <p:spPr>
          <a:xfrm>
            <a:off x="7205472" y="2011680"/>
            <a:ext cx="1335024" cy="214884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60" name="Shape 58"/>
          <p:cNvSpPr/>
          <p:nvPr/>
        </p:nvSpPr>
        <p:spPr>
          <a:xfrm>
            <a:off x="7296912" y="2148840"/>
            <a:ext cx="1005840" cy="2286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1" name="Shape 59"/>
          <p:cNvSpPr/>
          <p:nvPr/>
        </p:nvSpPr>
        <p:spPr>
          <a:xfrm>
            <a:off x="7296912" y="2468880"/>
            <a:ext cx="731520" cy="109728"/>
          </a:xfrm>
          <a:prstGeom prst="rect">
            <a:avLst/>
          </a:prstGeom>
          <a:solidFill>
            <a:srgbClr val="FED7AA"/>
          </a:solidFill>
          <a:ln/>
        </p:spPr>
      </p:sp>
      <p:sp>
        <p:nvSpPr>
          <p:cNvPr id="62" name="Shape 60"/>
          <p:cNvSpPr/>
          <p:nvPr/>
        </p:nvSpPr>
        <p:spPr>
          <a:xfrm>
            <a:off x="7296912" y="2651760"/>
            <a:ext cx="731520" cy="109728"/>
          </a:xfrm>
          <a:prstGeom prst="rect">
            <a:avLst/>
          </a:prstGeom>
          <a:solidFill>
            <a:srgbClr val="FED7AA"/>
          </a:solidFill>
          <a:ln/>
        </p:spPr>
      </p:sp>
      <p:sp>
        <p:nvSpPr>
          <p:cNvPr id="63" name="Shape 61"/>
          <p:cNvSpPr/>
          <p:nvPr/>
        </p:nvSpPr>
        <p:spPr>
          <a:xfrm>
            <a:off x="7296912" y="3200400"/>
            <a:ext cx="960120" cy="3200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4" name="Text 62"/>
          <p:cNvSpPr/>
          <p:nvPr/>
        </p:nvSpPr>
        <p:spPr>
          <a:xfrm>
            <a:off x="7141464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Evaluación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86868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" y="16184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88720" y="1143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5087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· Eficiencia · Cobertura de todos los métodos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280160"/>
            <a:ext cx="1645920" cy="1097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1280160"/>
            <a:ext cx="658368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1435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039112"/>
            <a:ext cx="8412480" cy="86868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176272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2199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" y="2606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88720" y="2130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Usuario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49631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intuitivo · Visualización · Manejo de errores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2267712"/>
            <a:ext cx="1645920" cy="1097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0" y="2267712"/>
            <a:ext cx="329184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026664"/>
            <a:ext cx="8412480" cy="86868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163824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20954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5488" y="3593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88720" y="31181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348386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Usuario · Manual Técnico · Comentarios en código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3255264"/>
            <a:ext cx="1645920" cy="1097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0" y="3255264"/>
            <a:ext cx="438912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3410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014216"/>
            <a:ext cx="8412480" cy="86868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4151376"/>
            <a:ext cx="594360" cy="5943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19709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75488" y="45811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88720" y="41056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Creatividad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88720" y="4471416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temas · Simpson 3/8 extra · Presentación profesional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0" y="4242816"/>
            <a:ext cx="1645920" cy="1097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Shape 36"/>
          <p:cNvSpPr/>
          <p:nvPr/>
        </p:nvSpPr>
        <p:spPr>
          <a:xfrm>
            <a:off x="6858000" y="4242816"/>
            <a:ext cx="219456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0" y="43982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3560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399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principal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56432" y="1435608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886200" y="1399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 5.15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56432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gráfica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91072" y="1435608"/>
            <a:ext cx="329184" cy="32918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1399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2.x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91072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numérico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2852928"/>
            <a:ext cx="329184" cy="32918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28163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65176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56432" y="2852928"/>
            <a:ext cx="329184" cy="32918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3886200" y="28163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1.17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56432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con un solo comando: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43159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pip install -r requirements.txt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solidFill>
            <a:srgbClr val="1E22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5720" cy="65836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16128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implementaron correctamente los 11+ métodos numéricos requeridos con precisión y eficiencia.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19656"/>
            <a:ext cx="8229600" cy="658368"/>
          </a:xfrm>
          <a:prstGeom prst="rect">
            <a:avLst/>
          </a:prstGeom>
          <a:solidFill>
            <a:srgbClr val="1E223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19656"/>
            <a:ext cx="45720" cy="65836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568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192938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separación Modelo-Vista permite extender el sistema con nuevos métodos sin tocar la interfaz.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87752"/>
            <a:ext cx="8229600" cy="658368"/>
          </a:xfrm>
          <a:prstGeom prst="rect">
            <a:avLst/>
          </a:prstGeom>
          <a:solidFill>
            <a:srgbClr val="1E223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87752"/>
            <a:ext cx="45720" cy="65836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7249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697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temas (themes/) centraliza toda la configuración visual en un único módulo extensible.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55848"/>
            <a:ext cx="8229600" cy="658368"/>
          </a:xfrm>
          <a:prstGeom prst="rect">
            <a:avLst/>
          </a:prstGeom>
          <a:solidFill>
            <a:srgbClr val="1E2235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355848"/>
            <a:ext cx="45720" cy="65836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493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346557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tablas dinámicas en el módulo de Sistemas permiten trabajar con matrices de hasta 10×10.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23944"/>
            <a:ext cx="8229600" cy="658368"/>
          </a:xfrm>
          <a:prstGeom prst="rect">
            <a:avLst/>
          </a:prstGeom>
          <a:solidFill>
            <a:srgbClr val="1E2235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123944"/>
            <a:ext cx="45720" cy="65836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2611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423367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comparación Euler vs RK4 aporta valor educativo adicional al requerimiento original.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J &amp; 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4114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Numéricos  ·  Código 021  ·  Universidad Mariano Gálvez  · 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main.py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Métodos Numéricos — PROYECTO J &amp; R</dc:title>
  <dc:subject>PptxGenJS Presentation</dc:subject>
  <dc:creator>PROYECTO J &amp; R</dc:creator>
  <cp:lastModifiedBy>PROYECTO J &amp; R</cp:lastModifiedBy>
  <cp:revision>1</cp:revision>
  <dcterms:created xsi:type="dcterms:W3CDTF">2026-05-08T03:31:50Z</dcterms:created>
  <dcterms:modified xsi:type="dcterms:W3CDTF">2026-05-08T03:31:50Z</dcterms:modified>
</cp:coreProperties>
</file>